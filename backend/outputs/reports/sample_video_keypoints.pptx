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her achievements as a young racer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her personal struggles and resilience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her current success in various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Angie's Journey: From Man to Master of Many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and Career Beginnings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 Angie</a:t>
            </a:r>
          </a:p>
          <a:p>
            <a:pPr lvl="1"/>
            <a:r>
              <a:t>Professional car racer since last year</a:t>
            </a:r>
          </a:p>
          <a:p>
            <a:pPr lvl="1"/>
            <a:r>
              <a:t>Won first place in Ferrari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Life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 pregnant at age 15</a:t>
            </a:r>
          </a:p>
          <a:p>
            <a:pPr lvl="1"/>
            <a:r>
              <a:t>In legal troubles by age 20 (7 Neo-Dexidents)</a:t>
            </a:r>
          </a:p>
          <a:p>
            <a:pPr lvl="1"/>
            <a:r>
              <a:t>Still here after 37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Life and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Manages one restaurant, five hotels</a:t>
            </a:r>
          </a:p>
          <a:p>
            <a:pPr lvl="1"/>
            <a:r>
              <a:t>Has over 17 tattoos</a:t>
            </a:r>
          </a:p>
          <a:p>
            <a:pPr lvl="1"/>
            <a:r>
              <a:t>Still thriving at age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